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6B62C-1041-0D80-9D8F-55E34F315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B064D3-0ED1-F280-66DB-A0CB6572D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1BDF1-F593-A79C-AD77-8F942B4B5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775E2-2E72-2812-B22D-5D6DB90A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B2147-B385-C419-AA22-AA13E367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44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1FC54-3121-3C26-03BC-10FFCB0E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4592D-3F18-A795-F64E-28DFCC7BB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1B90A-33C1-F1AF-59D9-25D617FD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67F7B-3128-971C-601B-32D5F814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668C7-BEDF-BAAA-9AFE-F0ACAE2F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63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8D622-DA3E-138D-E7AC-34898064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06E883-9FB2-38DB-6C47-2B22B9F7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88CA0-6C2B-CDCF-B1B4-6FCDE0B2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EE5AB-BB2E-EE83-C535-0191A640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BA5841-0858-FECE-3A64-A1DC9ADE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577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1A112-0BE4-AA13-6014-EC5EB4C42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D86693-9757-AC18-345C-91B5D5387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48A5B4-CF29-9C02-E6A3-26F6F1639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47618B-CA18-AB3A-59BA-B0EADCE1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A5E1AC-6AD3-703E-E543-0012C658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78866-8181-60DF-4BD0-139F9E9FA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9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2A63F-3EFE-8422-B03A-2D53892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B24EED-441D-F22E-D2D0-BC8EA9075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C74BFD-382A-8F68-AAF4-1C74A12E9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D418EE-328E-57E7-8E88-5A5253F90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325C59-0823-79E8-9C0D-730C26E8B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4955B2-8016-F6EE-AE32-50CF753E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65AF2B-2A0F-ACA8-7F6B-81C47C9E6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6A906E-754B-55A0-86B8-CC174B9D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61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F1F5E-55A3-BD38-4569-0D5451A5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C69E3F4-8326-B553-F37E-2C8D07C6B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1B06B5-5E10-0723-B035-ECB76F9C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C49BB6-1ACC-1DC2-92B7-FD1636F4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2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9657AC-0964-63CE-5C88-B143F361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91170-4FE3-C36D-B1FD-FA924748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1C3473-2479-CF82-2E8B-3E2BCC95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2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210E8-01A7-6881-3CE9-57A7B1D5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4E848-485A-AEAC-6CFA-79FB99451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7CF2B6-8488-6293-0491-32615EE78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30E2D7-AD39-DB6D-1521-C73BC75D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556CAE-8B3B-2D23-1526-2935A531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43E074-3AC9-3018-3DD8-67C2F865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63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9265F-C502-189C-DBCF-F3B3C1F1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591EF7-36D7-C78E-A582-72909E0DB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6F52A9-E27A-0681-B873-1DD5F7C65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E9AA87-B60E-C301-F453-1E6C8066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12D498-E7BE-9018-F434-48304205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240F66-E875-5C0B-56A5-23A25E08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21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DE196-6149-F0C9-F885-79421860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859A5C-B03A-21B3-8081-35F25FA0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6CD2EB-D110-2076-FE94-C4B2331A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D3E8B5-1B65-5E9B-AA3C-5B437E757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C3B33-325A-2F00-6B70-2172DC1C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44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493699-4DC3-4663-E37A-05D943BE7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10E42F-53C8-9D48-3D3A-B7AB26F93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9D474-A4BD-8B8A-4B14-D9F8228B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242517-F6C3-C8DA-16E6-23D55B75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E242E4-5A14-DC00-5150-E7C76F43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48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377682-BC74-A6DB-4F3D-FB28BDEF4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7FE1C6-D2F6-D318-9B35-5D2EE2A4F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7D231C-730D-7065-7E4B-D42718ED3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DFFB0-8B08-4233-A3BE-18C900C32F74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02105C-5D82-10C8-D8C1-619DD184E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C641E4-418F-ACA1-1191-88C470128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C48B3-4725-4FBA-8783-8103E4880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37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2531F-6AE8-0B42-1D0B-C616704CF5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2DGP 2</a:t>
            </a:r>
            <a:r>
              <a:rPr lang="ko-KR" altLang="en-US" b="1" dirty="0"/>
              <a:t>차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910D35-38DF-8123-EAC6-B9566849D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2024182016 </a:t>
            </a:r>
            <a:r>
              <a:rPr lang="ko-KR" altLang="en-US" b="1" dirty="0"/>
              <a:t>배수빈</a:t>
            </a:r>
          </a:p>
        </p:txBody>
      </p:sp>
    </p:spTree>
    <p:extLst>
      <p:ext uri="{BB962C8B-B14F-4D97-AF65-F5344CB8AC3E}">
        <p14:creationId xmlns:p14="http://schemas.microsoft.com/office/powerpoint/2010/main" val="163435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CB467F9-39C7-5547-60DE-BFA7B01AB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2" y="-165696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개발 계획 대비 현재 진행 상황 </a:t>
            </a:r>
            <a:r>
              <a:rPr lang="en-US" altLang="ko-KR" sz="32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(</a:t>
            </a:r>
            <a:r>
              <a:rPr lang="ko-KR" altLang="en-US" sz="32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평균 </a:t>
            </a:r>
            <a:r>
              <a:rPr lang="en-US" altLang="ko-KR" sz="32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47.5%)</a:t>
            </a:r>
            <a:endParaRPr lang="ko-KR" altLang="en-US" sz="32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26237B8-2A3F-DFC2-5AC1-2877DDEAC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121843"/>
              </p:ext>
            </p:extLst>
          </p:nvPr>
        </p:nvGraphicFramePr>
        <p:xfrm>
          <a:off x="347247" y="914401"/>
          <a:ext cx="11319024" cy="53855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04072">
                  <a:extLst>
                    <a:ext uri="{9D8B030D-6E8A-4147-A177-3AD203B41FA5}">
                      <a16:colId xmlns:a16="http://schemas.microsoft.com/office/drawing/2014/main" val="1275001509"/>
                    </a:ext>
                  </a:extLst>
                </a:gridCol>
                <a:gridCol w="8648798">
                  <a:extLst>
                    <a:ext uri="{9D8B030D-6E8A-4147-A177-3AD203B41FA5}">
                      <a16:colId xmlns:a16="http://schemas.microsoft.com/office/drawing/2014/main" val="484212169"/>
                    </a:ext>
                  </a:extLst>
                </a:gridCol>
                <a:gridCol w="1466154">
                  <a:extLst>
                    <a:ext uri="{9D8B030D-6E8A-4147-A177-3AD203B41FA5}">
                      <a16:colId xmlns:a16="http://schemas.microsoft.com/office/drawing/2014/main" val="3682924907"/>
                    </a:ext>
                  </a:extLst>
                </a:gridCol>
              </a:tblGrid>
              <a:tr h="3543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580031"/>
                  </a:ext>
                </a:extLst>
              </a:tr>
              <a:tr h="72411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깃 저장소 생성</a:t>
                      </a:r>
                      <a:r>
                        <a:rPr lang="en-US" altLang="ko-KR" sz="1600" dirty="0"/>
                        <a:t>, Sprite sheet </a:t>
                      </a:r>
                      <a:r>
                        <a:rPr lang="ko-KR" altLang="en-US" sz="1600" dirty="0"/>
                        <a:t>정리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기획 문서 만들기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기본 능력치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레벨 디자인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algn="l" latinLnBrk="1"/>
                      <a:endParaRPr lang="ko-KR" alt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762894"/>
                  </a:ext>
                </a:extLst>
              </a:tr>
              <a:tr h="7758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결과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깃 저장소 생성</a:t>
                      </a:r>
                      <a:r>
                        <a:rPr lang="en-US" altLang="ko-KR" sz="1600" dirty="0"/>
                        <a:t>, Sprite sheet </a:t>
                      </a:r>
                      <a:r>
                        <a:rPr lang="ko-KR" altLang="en-US" sz="1600" dirty="0"/>
                        <a:t>정리기획 문서 만들기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기본 능력치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레벨 디자인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-&gt; sprite sheet</a:t>
                      </a:r>
                      <a:r>
                        <a:rPr lang="ko-KR" altLang="en-US" sz="1600" b="1" dirty="0"/>
                        <a:t> 정리 했으나 커밋하지 않음</a:t>
                      </a:r>
                      <a:endParaRPr lang="en-US" altLang="ko-KR" sz="16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24179"/>
                  </a:ext>
                </a:extLst>
              </a:tr>
              <a:tr h="44791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기본 구조 작성 </a:t>
                      </a:r>
                      <a:r>
                        <a:rPr lang="en-US" altLang="ko-KR" sz="1600" dirty="0"/>
                        <a:t>(Object</a:t>
                      </a:r>
                      <a:r>
                        <a:rPr lang="ko-KR" altLang="en-US" sz="1600" dirty="0"/>
                        <a:t>의 </a:t>
                      </a:r>
                      <a:r>
                        <a:rPr lang="en-US" altLang="ko-KR" sz="1600" dirty="0"/>
                        <a:t>Class, </a:t>
                      </a:r>
                      <a:r>
                        <a:rPr lang="ko-KR" altLang="en-US" sz="1600" dirty="0"/>
                        <a:t>기본 변수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함수 생성</a:t>
                      </a:r>
                      <a:r>
                        <a:rPr lang="en-US" altLang="ko-KR" sz="1600" dirty="0"/>
                        <a:t>), </a:t>
                      </a:r>
                      <a:r>
                        <a:rPr lang="ko-KR" altLang="en-US" sz="1600" dirty="0"/>
                        <a:t>게임 키 설정</a:t>
                      </a:r>
                      <a:endParaRPr lang="en-US" altLang="ko-KR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390816"/>
                  </a:ext>
                </a:extLst>
              </a:tr>
              <a:tr h="377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결과 </a:t>
                      </a:r>
                      <a:r>
                        <a:rPr lang="en-US" altLang="ko-KR" sz="1600" dirty="0"/>
                        <a:t>: x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549808"/>
                  </a:ext>
                </a:extLst>
              </a:tr>
              <a:tr h="5430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메인 시작 화면 제작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타일셋</a:t>
                      </a:r>
                      <a:r>
                        <a:rPr lang="ko-KR" altLang="en-US" sz="1600" dirty="0"/>
                        <a:t> 배치하여 맵 화면에 출력</a:t>
                      </a:r>
                      <a:endParaRPr lang="en-US" altLang="ko-KR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549174"/>
                  </a:ext>
                </a:extLst>
              </a:tr>
              <a:tr h="377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결과 </a:t>
                      </a:r>
                      <a:r>
                        <a:rPr lang="en-US" altLang="ko-KR" sz="1600" dirty="0"/>
                        <a:t>: x</a:t>
                      </a:r>
                      <a:endParaRPr lang="ko-KR" alt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009747"/>
                  </a:ext>
                </a:extLst>
              </a:tr>
              <a:tr h="5430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계획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캐릭터와 몬스터 </a:t>
                      </a:r>
                      <a:r>
                        <a:rPr lang="ko-KR" altLang="en-US" sz="1600" dirty="0" err="1"/>
                        <a:t>맵에</a:t>
                      </a:r>
                      <a:r>
                        <a:rPr lang="ko-KR" altLang="en-US" sz="1600" dirty="0"/>
                        <a:t> 출력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각 캐릭터 별 </a:t>
                      </a:r>
                      <a:r>
                        <a:rPr lang="en-US" altLang="ko-KR" sz="1600" dirty="0"/>
                        <a:t>move, attack, skill </a:t>
                      </a:r>
                      <a:r>
                        <a:rPr lang="ko-KR" altLang="en-US" sz="1600" dirty="0"/>
                        <a:t>등 처리</a:t>
                      </a:r>
                      <a:r>
                        <a:rPr lang="en-US" altLang="ko-KR" sz="1600" dirty="0"/>
                        <a:t>. 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90%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044173"/>
                  </a:ext>
                </a:extLst>
              </a:tr>
              <a:tr h="1241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결과 </a:t>
                      </a:r>
                      <a:r>
                        <a:rPr lang="en-US" altLang="ko-KR" sz="1600" dirty="0"/>
                        <a:t>:</a:t>
                      </a:r>
                      <a:r>
                        <a:rPr lang="ko-KR" altLang="en-US" sz="1600" dirty="0"/>
                        <a:t>기본 구조 작성 </a:t>
                      </a:r>
                      <a:r>
                        <a:rPr lang="en-US" altLang="ko-KR" sz="1600" dirty="0"/>
                        <a:t>(Object</a:t>
                      </a:r>
                      <a:r>
                        <a:rPr lang="ko-KR" altLang="en-US" sz="1600" dirty="0"/>
                        <a:t>의 </a:t>
                      </a:r>
                      <a:r>
                        <a:rPr lang="en-US" altLang="ko-KR" sz="1600" dirty="0"/>
                        <a:t>Class, </a:t>
                      </a:r>
                      <a:r>
                        <a:rPr lang="ko-KR" altLang="en-US" sz="1600" dirty="0"/>
                        <a:t>기본 변수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함수 생성</a:t>
                      </a:r>
                      <a:r>
                        <a:rPr lang="en-US" altLang="ko-KR" sz="1600" dirty="0"/>
                        <a:t>), </a:t>
                      </a:r>
                      <a:r>
                        <a:rPr lang="ko-KR" altLang="en-US" sz="1600" dirty="0"/>
                        <a:t>게임 키 설정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메인 시작 화면 제작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타일 배치하여 맵 화면에 출력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캐릭터만 </a:t>
                      </a:r>
                      <a:r>
                        <a:rPr lang="ko-KR" altLang="en-US" sz="1600" dirty="0" err="1"/>
                        <a:t>맵에</a:t>
                      </a:r>
                      <a:r>
                        <a:rPr lang="ko-KR" altLang="en-US" sz="1600" dirty="0"/>
                        <a:t> 출력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캐릭터의 </a:t>
                      </a:r>
                      <a:r>
                        <a:rPr lang="en-US" altLang="ko-KR" sz="1600" dirty="0"/>
                        <a:t>move, attack </a:t>
                      </a:r>
                      <a:r>
                        <a:rPr lang="ko-KR" altLang="en-US" sz="1600" dirty="0"/>
                        <a:t>처리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몬스터의 </a:t>
                      </a:r>
                      <a:r>
                        <a:rPr lang="en-US" altLang="ko-KR" sz="1600" dirty="0" err="1"/>
                        <a:t>py</a:t>
                      </a:r>
                      <a:r>
                        <a:rPr lang="ko-KR" altLang="en-US" sz="1600" dirty="0"/>
                        <a:t>와 </a:t>
                      </a:r>
                      <a:r>
                        <a:rPr lang="en-US" altLang="ko-KR" sz="1600" dirty="0"/>
                        <a:t>class </a:t>
                      </a:r>
                      <a:r>
                        <a:rPr lang="ko-KR" altLang="en-US" sz="1600" dirty="0"/>
                        <a:t>생성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-&gt; </a:t>
                      </a:r>
                      <a:r>
                        <a:rPr lang="ko-KR" altLang="en-US" sz="1600" b="1" dirty="0"/>
                        <a:t>몬스터 </a:t>
                      </a:r>
                      <a:r>
                        <a:rPr lang="ko-KR" altLang="en-US" sz="1600" b="1" dirty="0" err="1"/>
                        <a:t>맵에</a:t>
                      </a:r>
                      <a:r>
                        <a:rPr lang="ko-KR" altLang="en-US" sz="1600" b="1" dirty="0"/>
                        <a:t> 출력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캐릭터의 </a:t>
                      </a:r>
                      <a:r>
                        <a:rPr lang="en-US" altLang="ko-KR" sz="1600" b="1" dirty="0"/>
                        <a:t>skill </a:t>
                      </a:r>
                      <a:r>
                        <a:rPr lang="ko-KR" altLang="en-US" sz="1600" b="1" dirty="0"/>
                        <a:t>구현되지 않음</a:t>
                      </a:r>
                      <a:endParaRPr lang="en-US" altLang="ko-KR" sz="16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388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90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9E83026-3FCC-E652-8E0D-7C1AFC38CFCF}"/>
              </a:ext>
            </a:extLst>
          </p:cNvPr>
          <p:cNvSpPr txBox="1">
            <a:spLocks/>
          </p:cNvSpPr>
          <p:nvPr/>
        </p:nvSpPr>
        <p:spPr>
          <a:xfrm>
            <a:off x="482258" y="2025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</a:t>
            </a:r>
            <a:r>
              <a:rPr lang="ko-KR" altLang="en-US" sz="32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차 계획 대비 변경된 내용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92876-44B3-BF21-E367-065A858C89EA}"/>
              </a:ext>
            </a:extLst>
          </p:cNvPr>
          <p:cNvSpPr txBox="1"/>
          <p:nvPr/>
        </p:nvSpPr>
        <p:spPr>
          <a:xfrm>
            <a:off x="535957" y="1681513"/>
            <a:ext cx="10015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맵을</a:t>
            </a:r>
            <a:r>
              <a:rPr lang="ko-KR" altLang="en-US" sz="1600" dirty="0"/>
              <a:t> 여러 개 만들어 문으로 연결하려고 했으나 기존 계획과 달라져 </a:t>
            </a:r>
            <a:r>
              <a:rPr lang="ko-KR" altLang="en-US" sz="1600" dirty="0" err="1"/>
              <a:t>맵을</a:t>
            </a:r>
            <a:r>
              <a:rPr lang="ko-KR" altLang="en-US" sz="1600" dirty="0"/>
              <a:t> 한 개로 크게 생성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캐릭터의 움직임에 따른 카메라 이동 추가할 예정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57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A797F2-C4D9-E480-34F1-DD7F3387C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74" y="549127"/>
            <a:ext cx="11703651" cy="575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35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221</Words>
  <Application>Microsoft Office PowerPoint</Application>
  <PresentationFormat>와이드스크린</PresentationFormat>
  <Paragraphs>27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휴먼둥근헤드라인</vt:lpstr>
      <vt:lpstr>Arial</vt:lpstr>
      <vt:lpstr>Office 테마</vt:lpstr>
      <vt:lpstr>2DGP 2차 프로젝트 발표</vt:lpstr>
      <vt:lpstr>개발 계획 대비 현재 진행 상황 (평균 47.5%)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배수빈(2024182016)</dc:creator>
  <cp:lastModifiedBy>배수빈(2024182016)</cp:lastModifiedBy>
  <cp:revision>2</cp:revision>
  <dcterms:created xsi:type="dcterms:W3CDTF">2025-11-09T18:03:34Z</dcterms:created>
  <dcterms:modified xsi:type="dcterms:W3CDTF">2025-11-09T19:26:40Z</dcterms:modified>
</cp:coreProperties>
</file>